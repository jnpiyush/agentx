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194560"/>
            <a:ext cx="1280160" cy="128016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0B1F3A"/>
                </a:solidFill>
                <a:latin typeface="Segoe UI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2402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8FAFC"/>
                </a:solidFill>
                <a:latin typeface="Segoe UI"/>
              </a:rPr>
              <a:t>Frontier 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3246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EA5E9"/>
                </a:solidFill>
                <a:latin typeface="Segoe UI"/>
              </a:rPr>
              <a:t>Forward Deployed Engineers for Hypervelocity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79476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Deploy specialized AI FDEs across the software lifecycle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with governed workflows, durable context, and verified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v9.2.0  -  Apache 2.0  -  github.com/jnPiyush/AgentX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Zero-shot AI coding does not scale to real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Segoe UI"/>
              </a:rPr>
              <a:t>Rework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AI-generated code needs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review before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43F5E"/>
                </a:solidFill>
                <a:latin typeface="Segoe UI"/>
              </a:rPr>
              <a:t>1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single point of reasoning,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single blind spot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0EA5E9"/>
                </a:solidFill>
                <a:latin typeface="Segoe UI"/>
              </a:rPr>
              <a:t>No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decisions are not retained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across 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22C55E"/>
                </a:solidFill>
                <a:latin typeface="Segoe UI"/>
              </a:rPr>
              <a:t>No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ships unreviewed,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untested, untraceable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Segoe UI"/>
              </a:rPr>
              <a:t>Teams ship AI slop, then spend weeks cleaning it 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02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Frontier is an FDE platform, not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Segoe UI"/>
              </a:rPr>
              <a:t>Specialized FDEs plan, build, verify, and learn through one governed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2606040" cy="109728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0EA5E9"/>
                </a:solidFill>
                <a:latin typeface="Segoe U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Frontier FDEs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Product, architecture,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engineering, review,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data, and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743200"/>
            <a:ext cx="2606040" cy="109728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22C55E"/>
                </a:solidFill>
                <a:latin typeface="Segoe UI"/>
              </a:rPr>
              <a:t>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Production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Retrieval-led patterns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loaded on demand,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not from model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743200"/>
            <a:ext cx="2606040" cy="109728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59E0B"/>
                </a:solidFill>
                <a:latin typeface="Segoe UI"/>
              </a:rPr>
              <a:t>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Model Council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Diverse models debate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high-stakes decisions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before they 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2743200"/>
            <a:ext cx="2606040" cy="109728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43F5E"/>
                </a:solidFill>
                <a:latin typeface="Segoe UI"/>
              </a:rPr>
              <a:t>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Compound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Decisions, learnings,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conventions persist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in the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03 /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FRONTIER FDE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26 specialists coordinated by the Orchestration FDE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8567" y="1920240"/>
            <a:ext cx="2194560" cy="82296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8567" y="192024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Orchestration FDE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790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98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987" y="3749039"/>
            <a:ext cx="2148840" cy="9144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98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Segoe UI"/>
              </a:rPr>
              <a:t>Product &amp;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Product  -  Experience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Agile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962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8970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9707" y="3749039"/>
            <a:ext cx="2148840" cy="9144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970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EA5E9"/>
                </a:solidFill>
                <a:latin typeface="Segoe UI"/>
              </a:rPr>
              <a:t>Architecture &amp;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86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Architecture  -  AI Systems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134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42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1427" y="3749039"/>
            <a:ext cx="2148840" cy="9144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142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Engineering  -  DevOps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Fabric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2306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314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3147" y="3749039"/>
            <a:ext cx="2148840" cy="9144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314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43F5E"/>
                </a:solidFill>
                <a:latin typeface="Segoe U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30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Review  -  Test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Auto-Fix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5478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8486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84867" y="3749039"/>
            <a:ext cx="2148840" cy="9144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486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Segoe UI"/>
              </a:rPr>
              <a:t>Platform &amp; 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202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Power Platform  -  Power BI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GitHub  -  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Every FDE has a specialty, delivery boundary, evidence standard, and review contract.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04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Generate -&gt; Verify -&gt; Self-Review -&gt; 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Write code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against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546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5838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838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838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Run tests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and lint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438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730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Segoe UI"/>
              </a:rPr>
              <a:t>Self-Review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Structured findings: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HIGH/MED/LOW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330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622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622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3F5E"/>
                </a:solidFill>
                <a:latin typeface="Segoe UI"/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622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All gates green,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loop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Segoe UI"/>
              </a:rPr>
              <a:t>if findings -&gt; Fix and Re-run  (min 5 iterations enforced by CLI)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18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18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80%+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18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coverage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266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266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266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min iterations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014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14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blocked secrets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762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762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762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evidence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05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MODEL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Stress-test the decision, not just the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8147" y="2057400"/>
            <a:ext cx="9000" cy="150876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52647" y="3561660"/>
            <a:ext cx="2743200" cy="900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4547" y="2057400"/>
            <a:ext cx="9000" cy="150876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3561660"/>
            <a:ext cx="2743200" cy="900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1347" y="3566160"/>
            <a:ext cx="9000" cy="150876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141732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3927" y="16002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3927" y="2103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Decompose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evidence + 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0327" y="141732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0327" y="16002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Segoe UI"/>
              </a:rPr>
              <a:t>Strategist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2103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Frame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second-order effects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7127" y="443484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46177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3F5E"/>
                </a:solidFill>
                <a:latin typeface="Segoe UI"/>
              </a:rPr>
              <a:t>Skeptic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7127" y="512064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Hunt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failure modes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7127" y="3154680"/>
            <a:ext cx="2377440" cy="82296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7127" y="315468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Triggered for: PRD scope  -  ADR options  -  AI design  -  code review  - 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06 /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WORKFLOW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Resolved from durable evidence, not chat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87340"/>
            <a:ext cx="10545775" cy="900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" y="3040380"/>
            <a:ext cx="502920" cy="50292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Brainstorm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4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0EA5E9"/>
                </a:solidFill>
                <a:latin typeface="Segoe U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1</a:t>
            </a:r>
          </a:p>
        </p:txBody>
      </p:sp>
      <p:sp>
        <p:nvSpPr>
          <p:cNvPr id="13" name="Oval 12"/>
          <p:cNvSpPr/>
          <p:nvPr/>
        </p:nvSpPr>
        <p:spPr>
          <a:xfrm>
            <a:off x="2680655" y="3040380"/>
            <a:ext cx="502920" cy="5029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065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771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771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Segoe UI"/>
              </a:rPr>
              <a:t>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771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2</a:t>
            </a:r>
          </a:p>
        </p:txBody>
      </p:sp>
      <p:sp>
        <p:nvSpPr>
          <p:cNvPr id="18" name="Oval 17"/>
          <p:cNvSpPr/>
          <p:nvPr/>
        </p:nvSpPr>
        <p:spPr>
          <a:xfrm>
            <a:off x="4789810" y="3040380"/>
            <a:ext cx="502920" cy="50292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981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687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687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Segoe U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687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6898965" y="3040380"/>
            <a:ext cx="502920" cy="5029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896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02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02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  <a:latin typeface="Segoe UI"/>
              </a:rPr>
              <a:t>Settle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02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9008120" y="3040380"/>
            <a:ext cx="502920" cy="50292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812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518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518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0EA5E9"/>
                </a:solidFill>
                <a:latin typeface="Segoe UI"/>
              </a:rPr>
              <a:t>Compound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518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5</a:t>
            </a:r>
          </a:p>
        </p:txBody>
      </p:sp>
      <p:sp>
        <p:nvSpPr>
          <p:cNvPr id="33" name="Oval 32"/>
          <p:cNvSpPr/>
          <p:nvPr/>
        </p:nvSpPr>
        <p:spPr>
          <a:xfrm>
            <a:off x="11117275" y="3040380"/>
            <a:ext cx="502920" cy="5029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1727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433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433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Segoe UI"/>
              </a:rPr>
              <a:t>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Evidence: execution plans, progress logs, review artifacts -- all repo-local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Segoe UI"/>
              </a:rPr>
              <a:t>Survives context loss. Resumable by any FDE. Auditable by design.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07 / 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SKILLS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Retrieval over recall  -  134 skills, 14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44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1920240"/>
            <a:ext cx="73152" cy="18288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0574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0EA5E9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api-design, security,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database,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36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367" y="1920240"/>
            <a:ext cx="73152" cy="18288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6967" y="20574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AI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716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22C55E"/>
                </a:solidFill>
                <a:latin typeface="Segoe U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96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langgraph, foundry-sdk,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rag, evaluation,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1920240"/>
            <a:ext cx="73152" cy="1828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20574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608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Segoe U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testing, error-handling,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iterative-loop, scrub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620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6207" y="1920240"/>
            <a:ext cx="73152" cy="18288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4807" y="20574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500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43F5E"/>
                </a:solidFill>
                <a:latin typeface="Segoe U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480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C#, Python, TS, React,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C, C++, Rust, 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44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447" y="3931920"/>
            <a:ext cx="73152" cy="18288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047" y="406908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Ops &amp; 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24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0EA5E9"/>
                </a:solidFill>
                <a:latin typeface="Segoe U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04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GitHub Actions, Terraform,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Azure, containers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836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98367" y="3931920"/>
            <a:ext cx="73152" cy="18288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6967" y="406908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Data &amp;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716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22C55E"/>
                </a:solidFill>
                <a:latin typeface="Segoe U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696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Databricks, Fabric,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Power BI, documents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7287" y="3931920"/>
            <a:ext cx="73152" cy="1828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06908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Design &amp;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608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Segoe UI"/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ux-ui, accessibility,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e2e, security, performance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620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76207" y="3931920"/>
            <a:ext cx="73152" cy="18288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4807" y="406908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Domain + Low-Code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500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43F5E"/>
                </a:solidFill>
                <a:latin typeface="Segoe UI"/>
              </a:rPr>
              <a:t>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480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finance, legal, tax,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Power Platform, PRD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Segoe UI"/>
              </a:rPr>
              <a:t>Only relevant skills load per task. FDEs read, not guess.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08 /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Markdown stays the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3200400"/>
            <a:ext cx="2377440" cy="109728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7127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Segoe UI"/>
              </a:rPr>
              <a:t>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377440"/>
            <a:ext cx="228600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4688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convert-docs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8346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-&gt; .docx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76007" y="2743200"/>
            <a:ext cx="1310792" cy="182880"/>
          </a:xfrm>
          <a:prstGeom prst="rightArrow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0" y="3657600"/>
            <a:ext cx="228600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749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convert-slides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1148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-&gt; .pptx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76007" y="4023360"/>
            <a:ext cx="1310792" cy="182880"/>
          </a:xfrm>
          <a:prstGeom prst="rightArrow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219456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2402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06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Word/RTF/HTML -&gt;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74720" y="249174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320040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24612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118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PowerPoint -&gt;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74720" y="349758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20624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519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PDF + page anchors -&gt;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474720" y="450342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Zero-install. Plugins shell out to Pandoc / Python on PATH only when used.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09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WHY FRONTIER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What changes when you adopt the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212080" cy="594360"/>
          </a:xfrm>
          <a:prstGeom prst="round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212080" cy="59436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Without Frontier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202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With Frontier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2491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72491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724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603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Ship AI slop, clean it up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603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Reviewed, tested, traceable on day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0040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20040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336499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36499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36499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36499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0040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Single-model blind spots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Three-model Council debates each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84048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400507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0507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400507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0507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8404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Decisions evaporate after the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8404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Plans, learnings, conventions in repo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48056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48056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" y="464515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64515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464515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4515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48056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Each engineer prompts differently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48056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26 FDEs with strict role contracts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12064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3640" y="512064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528523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28523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47" name="Oval 46"/>
          <p:cNvSpPr/>
          <p:nvPr/>
        </p:nvSpPr>
        <p:spPr>
          <a:xfrm>
            <a:off x="6446520" y="528523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28523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12064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Quality depends on the prompter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12064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Loop + 80% coverage + 5-iter gate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Frontier Corp  -  FDEs for Hypervelocity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Segoe U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Segoe UI"/>
              </a:rPr>
              <a:t>Five minutes to your first reviewed feature.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07040" cy="118872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Segoe UI"/>
              </a:rPr>
              <a:t>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scadia Mono"/>
              </a:rPr>
              <a:t>irm https://raw.githubusercontent.com/jnPiyush/AgentX/v9.2.0/install.ps1 | iex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or install the Frontier VS Code extension and run: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scadia Mono"/>
              </a:rPr>
              <a:t>Frontier: Initialize Local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github.com/jnPiyush/AgentX  -  Apache 2.0  -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